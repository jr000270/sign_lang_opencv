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den Randolph" userId="501b3245b602854f" providerId="LiveId" clId="{7ACE3E2D-AB90-402A-B432-C30FE0C7A576}"/>
    <pc:docChg chg="modSld">
      <pc:chgData name="Jaden Randolph" userId="501b3245b602854f" providerId="LiveId" clId="{7ACE3E2D-AB90-402A-B432-C30FE0C7A576}" dt="2026-05-01T13:23:51.746" v="50" actId="20577"/>
      <pc:docMkLst>
        <pc:docMk/>
      </pc:docMkLst>
      <pc:sldChg chg="modSp mod">
        <pc:chgData name="Jaden Randolph" userId="501b3245b602854f" providerId="LiveId" clId="{7ACE3E2D-AB90-402A-B432-C30FE0C7A576}" dt="2026-05-01T13:22:57.613" v="17" actId="20577"/>
        <pc:sldMkLst>
          <pc:docMk/>
          <pc:sldMk cId="0" sldId="261"/>
        </pc:sldMkLst>
        <pc:spChg chg="mod">
          <ac:chgData name="Jaden Randolph" userId="501b3245b602854f" providerId="LiveId" clId="{7ACE3E2D-AB90-402A-B432-C30FE0C7A576}" dt="2026-05-01T13:22:57.613" v="17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Jaden Randolph" userId="501b3245b602854f" providerId="LiveId" clId="{7ACE3E2D-AB90-402A-B432-C30FE0C7A576}" dt="2026-05-01T13:23:32.115" v="43" actId="20577"/>
        <pc:sldMkLst>
          <pc:docMk/>
          <pc:sldMk cId="0" sldId="262"/>
        </pc:sldMkLst>
        <pc:spChg chg="mod">
          <ac:chgData name="Jaden Randolph" userId="501b3245b602854f" providerId="LiveId" clId="{7ACE3E2D-AB90-402A-B432-C30FE0C7A576}" dt="2026-05-01T13:23:32.115" v="43" actId="20577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Jaden Randolph" userId="501b3245b602854f" providerId="LiveId" clId="{7ACE3E2D-AB90-402A-B432-C30FE0C7A576}" dt="2026-05-01T13:23:51.746" v="50" actId="20577"/>
        <pc:sldMkLst>
          <pc:docMk/>
          <pc:sldMk cId="0" sldId="263"/>
        </pc:sldMkLst>
        <pc:spChg chg="mod">
          <ac:chgData name="Jaden Randolph" userId="501b3245b602854f" providerId="LiveId" clId="{7ACE3E2D-AB90-402A-B432-C30FE0C7A576}" dt="2026-05-01T13:23:51.746" v="50" actId="20577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489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E79B-0C62-F4A7-41BC-8742563A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5E400-C18D-DE08-4345-AE9FB075C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01696-144A-363B-E3DA-218EAB093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0B60-F5A3-5A2D-EC69-92166CD90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32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kaggle.com/datasets/victoranthony/asl-digits-0-9" TargetMode="External"/><Relationship Id="rId5" Type="http://schemas.openxmlformats.org/officeDocument/2006/relationships/hyperlink" Target="https://www.kaggle.com/datasets/grassknoted/asl-alphabet" TargetMode="External"/><Relationship Id="rId4" Type="http://schemas.openxmlformats.org/officeDocument/2006/relationships/hyperlink" Target="https://www.kaggle.com/datasets/datamunge/sign-language-mnis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DETECTION</a:t>
            </a:r>
            <a:endParaRPr lang="en-US" sz="3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OPENCV &amp; MEDIAPIPE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Jaden Randolph &amp; Jimmy Paulson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840480" y="1371600"/>
            <a:ext cx="0" cy="2560320"/>
          </a:xfrm>
          <a:prstGeom prst="line">
            <a:avLst/>
          </a:prstGeom>
          <a:noFill/>
          <a:ln w="12700">
            <a:solidFill>
              <a:srgbClr val="9BA4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0" y="11887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Computer Vision?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Libraries: OpenCV &amp; MediaPipe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Sign Language Works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Datasets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Pipeline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 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Additional Data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it All Together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COMPUTER VISION?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is a branch of AI that enables computers to interpret visual information like images, video, and live camera feeds, and make decisions based on what they see.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by capturing raw pixel data, preprocessing it, extracting meaningful features (edges, shapes, key points), and then feeding those features into a trained model for classification.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common applications include facial recognition, self-driving cars, medical imaging, security systems, augmented reality, and gesture/sign language recognition.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COMPUTER VISION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8016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Acquisition: a camera captures raw pixel data as a matrix of BGR color values.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2377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the image is converted (e.g. BGR to RGB), resized, or filtered.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8016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Extraction: key features are identified, like edges, shapes, or hand landmarks.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8016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a trained model takes the extracted features and predicts a label.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LIBRARIES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computer vision library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live video from webcam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Reads, writes, and displays image frames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color spaces (BGR to RGB and back)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bounding boxes, text overlays, and circles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371600"/>
            <a:ext cx="0" cy="3200400"/>
          </a:xfrm>
          <a:prstGeom prst="line">
            <a:avLst/>
          </a:prstGeom>
          <a:noFill/>
          <a:ln w="12700">
            <a:solidFill>
              <a:srgbClr val="9BA4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MediaPipe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18745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framework for perception tasks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hands and extracts 21 landmark points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normalized (x, y, z) per landmark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IMAGE and LIVE_STREAM modes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SIGN LANGUAGE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Sign Language (ASL) is a complete language with its own grammar and syntax. 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 conveys meaning through hand shapes, palm orientation, movement, location relative to the body, and facial expressions.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ASL fingerspelling alphabet has 26 letters. Most are static hand shapes, but J and Z require motion, which makes them impossible to detect from a single frame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focuses on the static signs: 24 letters (A-Y, excluding J and Z) plus digits 0-9, for 33 total classes. The goal was to build a robust model that can detect all standard ASL hand signs, and to explore the impact of programs like this in healthcare and accessibility.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DATASETS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a model that covers both letters and numbers, we combined data from multiple Kaggle datasets as well as our own images: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MNIST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28x28 grayscale images of ASL letters (excluding J and Z). Useful as a baseline for training and testing letter classification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Alphabet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resolution color images of the full ASL alphabet. More variation in hand positioning and backgrounds, which helps the model generalize better to real-world conditions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Digits (0-9)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numerical hand signs 0 through 9. By combining this with the letter datasets we're able to detect all standard ASL hand signs, not just the alphabet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 HAND LANDMARKS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detects 21 key points on the hand: the wrist, plus additional joints for each of the five fingers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landmark has an (x, y) coordinate normalized between 0 and 1 relative to the image dimensions.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21 points × 2 coordinates = 42 features from the hand, which form the input vector for the classifier.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the features position-invariant (so it doesn't matter where the hand is in the frame), the code normalizes by subtracting the minimum x and y values from each coordinate.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collect_imgs.py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webcam images for each of the 33 sign classes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create_dataset.py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hand landmarks from every image using MediaPipe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80160" y="3108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train_classifier.py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Random Forest classifier on the landmark data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4C63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A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real-time prediction from a live webcam feed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COLLECTING IMAGES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collect_imgs.py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webcam and loops through 33 classes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presses 'Q' to start capturing each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150 images per class as numbered .jpg files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× 150 = 4,950 total training images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number_of_classes = 33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dataset_size = 150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= cv2.VideoCapture(0)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j in range(number_of_classes):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os.makedirs(os.path.join(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DATA_DIR, str(j)),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exist_ok=True)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Wait for user readiness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True: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ret, frame = cap.read()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cv2.putText(frame,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'Press "Q" to begin', ...)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cv2.waitKey(25) == ord('q'):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counter = 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counter &lt; dataset_size: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ret, frame = cap.read()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cv2.imwrite(os.path.join(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DATA_DIR, str(j),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'{}.jpg'.format(counter)),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frame)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counter += 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CREATING 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create_dataset.py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through every saved image in the data/ directory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MediaPipe's HandLandmarker to detect 21 landmarks per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Normalizes coordinates by subtracting min(x) and min(y), making the features position-invariant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everything to data.pickle as {data, labels}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landmarker.detect(mp_image)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results.hand_landmarks: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hand_landmarks in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results.hand_landmarks: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x_.append(lm.x)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y_.append(lm.y)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Normalize relative to min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lm.x - min(x_))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lm.y - min(y_))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data.append(data_aux)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labels.append(dir_)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open('data.pickle', 'wb') as f: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pickle.dump(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{'data': data,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'labels': labels}, f)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THE CLASSIFIER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train_classifier.py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data.pickle and splits into 80% train / 20% test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stratified sampling to keep class ratios balanced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a RandomForestClassifier (ensemble of 100 decision trees that vote on the final class)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accuracy score and saves trained model to model.p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sklearn.ensemble import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RandomForestClassifier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sklearn.model_selection import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train_test_split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 import accuracy_score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np, pickle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data_dict = pickle.load(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open('./data.pickle', 'rb'))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np.asarray(data_dict['data'])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= np.asarray(data_dict['labels'])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train_test_split(data, labels,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test_size=0.2, shuffle=True,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stratify=labels)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RandomForestClassifier()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y_predict = model.predict(x_test)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accuracy_score(y_predict, y_test)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print(f'{score * 100}% accuracy!')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pickle.dump({'model': model},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open('model.p', 'wb'))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INFERENCE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 (Setup)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trained model from model.p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MediaPipe in LIVE_STREAM mode with an async callback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threading lock so the callback and main loop don't collide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class indices to characters using labels_dict (0:'A', ..., 33:'9')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47025"/>
            <a:ext cx="4663440" cy="4647973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27432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model_dict = pickle.load(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open('./model.p', 'rb'))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model_dict['model']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labels_dict = {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0: 'A', 1: 'B', 2: 'C', ...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23: 'Y',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24: '0', 25: '1', ... 33: '9',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latest_result = None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result_lock = threading.Lock()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handle_result(result, output_image,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timestamp_ms):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global latest_result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result_lock: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latest_result = result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 = HandLandmarkerOptions(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base_options=BaseOptions(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model_asset_path=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'hand_landmarker.task'),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running_mode=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VisionRunningMode.LIVE_STREAM,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num_hands=1,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min_hand_detection_confidence=0.3,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result_callback=handle_result)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INFERENCE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inference_classifier.py (Main Loop)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frame: read from webcam, send to detect_async (non-blocking), then read the latest result from the callback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landmarks are found, normalize them the same way as create_dataset and feed into model.predict()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landmark dots, hand skeleton connections, a bounding box, and the predicted character on the frame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ret, frame = cap.read()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H, W, _ = frame.shape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img_rgb = cv2.cvtColor(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frame, cv2.COLOR_BGR2RGB)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mp_image = mp.Image(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image_format=mp.ImageFormat.SRGB,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data=img_rgb)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landmarker.detect_async(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mp_image, timestamp)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timestamp += 1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result_lock: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latest_result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 and result.hand_landmarks: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Extract &amp; normalize (same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as create_dataset)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lm in hand_landmarks: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lm.x - min(x_))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data_aux.append(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lm.y - min(y_))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prediction = model.predict(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[np.asarray(data_aux)])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predicted_char =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labels_dict[int(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prediction[0])]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cv2.rectangle(frame, ...)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cv2.putText(frame,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predicted_char, ...)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APPENDING MORE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C6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append_new_data.py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128016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particular sign isn't being recognized well, this script lets you collect more samples for just that class.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class_choice (the class index) and sample_size (how many new images to add).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checks how many files already exist in that class folder so it doesn't overwrite previous images.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collecting, you re-run create_dataset.py and train_classifier.py to retrain.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274320"/>
            <a:ext cx="4663440" cy="45720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43400" y="36576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class_choice = 31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sample_size = 150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= cv2.VideoCapture(0)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Don't overwrite existing images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num_files = os.path.getsize(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os.path.join(DATA_DIR,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str(class_choice)))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 = 0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counter &lt; sample_size: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ret, frame = cap.read()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cv2.imshow('frame', frame)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cv2.waitKey(25)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cv2.imwrite(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os.path.join(DATA_DIR,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str(class_choice),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'{}.jpg'.format(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counter + num_files)),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frame)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counter += 1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cap.release()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D0D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cv2.destroyAllWindows()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IT ALL TOGETHER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pipeline runs with just 4 Python scripts and open-source libraries (OpenCV, MediaPipe, scikit-learn). MediaPipe handles hand detection and converts raw images into a compact 42-feature landmark vector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combining multiple Kaggle datasets (Sign Language MNIST, ASL Alphabet, and ASL Digits), we were able to build a model that covers all standard static ASL hand signs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modular design allows you to improve individual classes by collecting more data with append_new_data.py and retraining, without having to start over from scratch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technical side, projects like this have real potential in healthcare and accessibility. Real-time sign language detection helps bridge communication gaps for Deaf and hard-of-hearing individuals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8F287-1E71-0481-A653-E36F3E9E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F8FCA7-660C-C3C2-5B30-C279FE8B308C}"/>
              </a:ext>
            </a:extLst>
          </p:cNvPr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9DAB31-53C5-7051-0E2A-CAA3A15AEBA1}"/>
              </a:ext>
            </a:extLst>
          </p:cNvPr>
          <p:cNvSpPr/>
          <p:nvPr/>
        </p:nvSpPr>
        <p:spPr>
          <a:xfrm>
            <a:off x="640080" y="146304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Datasets: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Language MNIST</a:t>
            </a: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https://www.kaggle.com/datasets/datamunge/sign-language-mnist</a:t>
            </a: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Alphabet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https://www.kaggle.com/datasets/grassknoted/asl-alphabet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ASL Digits (0-9)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https://www.kaggle.com/datasets/victoranthony/asl-digits-0-9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81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2301</Words>
  <Application>Microsoft Office PowerPoint</Application>
  <PresentationFormat>On-screen Show (16:9)</PresentationFormat>
  <Paragraphs>294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 Language Detection with OpenCV &amp; MediaPipe</dc:title>
  <dc:subject>PptxGenJS Presentation</dc:subject>
  <dc:creator>Jimmy Paulson</dc:creator>
  <cp:lastModifiedBy>Jaden Randolph</cp:lastModifiedBy>
  <cp:revision>5</cp:revision>
  <dcterms:created xsi:type="dcterms:W3CDTF">2026-04-29T12:41:45Z</dcterms:created>
  <dcterms:modified xsi:type="dcterms:W3CDTF">2026-05-01T13:23:59Z</dcterms:modified>
</cp:coreProperties>
</file>